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Astronomy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Stars, planets, and observing the night sky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Home Planet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facts about Earth:</a:t>
            </a:r>
          </a:p>
          <a:p>
            <a:pPr lvl="1"/>
            <a:r>
              <a:t>the earth is round.</a:t>
            </a:r>
          </a:p>
          <a:p>
            <a:pPr lvl="1"/>
            <a:r>
              <a:t>Orbits the Sun at ~1 AU</a:t>
            </a:r>
          </a:p>
          <a:p>
            <a:pPr lvl="1"/>
            <a:r>
              <a:t>Rotates once every ~24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Observing the Night Sky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ways to get started:</a:t>
            </a:r>
          </a:p>
          <a:p>
            <a:pPr lvl="1"/>
            <a:r>
              <a:t>Use a star chart or sky app</a:t>
            </a:r>
          </a:p>
          <a:p>
            <a:pPr lvl="1"/>
            <a:r>
              <a:t>Start with bright constellations like Orion and Ursa Major</a:t>
            </a:r>
          </a:p>
          <a:p>
            <a:pPr lvl="1"/>
            <a:r>
              <a:t>Avoid light pollution for better visibility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