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Papenburg Construction GmbH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Strategic Goals for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About Papenburg Construction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• One of Germany's leading construction companies</a:t>
            </a:r>
          </a:p>
          <a:p>
            <a:pPr>
              <a:defRPr sz="2400"/>
            </a:pPr>
            <a:r>
              <a:t>• Headquartered in Papenburg, Lower Saxony</a:t>
            </a:r>
          </a:p>
          <a:p>
            <a:pPr>
              <a:defRPr sz="2400"/>
            </a:pPr>
            <a:r>
              <a:t>• Over 75 years of experience in infrastructure, commercial, and residential construction</a:t>
            </a:r>
          </a:p>
          <a:p>
            <a:pPr>
              <a:defRPr sz="2400"/>
            </a:pPr>
            <a:r>
              <a:t>• Known for quality, reliability, and innovation</a:t>
            </a:r>
          </a:p>
          <a:p>
            <a:pPr>
              <a:defRPr sz="2400"/>
            </a:pPr>
            <a:r>
              <a:t>• Committed to building a sustainable future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Sustainability Initiatives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50% electric/hybrid vehicle fleet by end of 2026</a:t>
            </a:r>
          </a:p>
          <a:p>
            <a:pPr>
              <a:defRPr sz="2200"/>
            </a:pPr>
            <a:r>
              <a:t>• Carbon-neutral headquarters operations by 2027</a:t>
            </a:r>
          </a:p>
          <a:p>
            <a:pPr>
              <a:defRPr sz="2200"/>
            </a:pPr>
            <a:r>
              <a:t>• Circular economy principles in material sourcing</a:t>
            </a:r>
          </a:p>
          <a:p>
            <a:pPr>
              <a:defRPr sz="2200"/>
            </a:pPr>
            <a:r>
              <a:t>• Partnering with environmentally responsible suppliers</a:t>
            </a:r>
          </a:p>
          <a:p>
            <a:pPr>
              <a:defRPr sz="2200"/>
            </a:pPr>
            <a:r>
              <a:t>• Renewable energy installations on all new commercial projects</a:t>
            </a:r>
          </a:p>
          <a:p>
            <a:pPr>
              <a:defRPr sz="2200"/>
            </a:pPr>
            <a:r>
              <a:t>• Aligned with Germany's climate goals and European Green Deal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Diversity and Inclusion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Target: 25% female representation in technical &amp; leadership roles</a:t>
            </a:r>
          </a:p>
          <a:p>
            <a:pPr>
              <a:defRPr sz="2200"/>
            </a:pPr>
            <a:r>
              <a:t>• Mentorship programs for underrepresented groups</a:t>
            </a:r>
          </a:p>
          <a:p>
            <a:pPr>
              <a:defRPr sz="2200"/>
            </a:pPr>
            <a:r>
              <a:t>• Unconscious bias training for all management</a:t>
            </a:r>
          </a:p>
          <a:p>
            <a:pPr>
              <a:defRPr sz="2200"/>
            </a:pPr>
            <a:r>
              <a:t>• Partnerships with vocational schools in underserved communities</a:t>
            </a:r>
          </a:p>
          <a:p>
            <a:pPr>
              <a:defRPr sz="2200"/>
            </a:pPr>
            <a:r>
              <a:t>• Employee resource groups for diverse communities</a:t>
            </a:r>
          </a:p>
          <a:p>
            <a:pPr>
              <a:defRPr sz="2200"/>
            </a:pPr>
            <a:r>
              <a:t>• Creating an inclusive workplace where everyone can thrive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Financial Objectives &amp;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Target: 12% revenue growth compared to 2025</a:t>
            </a:r>
          </a:p>
          <a:p>
            <a:pPr>
              <a:defRPr sz="2200"/>
            </a:pPr>
            <a:r>
              <a:t>• Expand into renewable energy infrastructure (wind, solar)</a:t>
            </a:r>
          </a:p>
          <a:p>
            <a:pPr>
              <a:defRPr sz="2200"/>
            </a:pPr>
            <a:r>
              <a:t>• Increase profit margins by 3% through efficiency improvements</a:t>
            </a:r>
          </a:p>
          <a:p>
            <a:pPr>
              <a:defRPr sz="2200"/>
            </a:pPr>
            <a:r>
              <a:t>• Secure at least 5 major public infrastructure contracts</a:t>
            </a:r>
          </a:p>
          <a:p>
            <a:pPr>
              <a:defRPr sz="2200"/>
            </a:pPr>
            <a:r>
              <a:t>• €15 million investment in new construction technology</a:t>
            </a:r>
          </a:p>
          <a:p>
            <a:pPr>
              <a:defRPr sz="2200"/>
            </a:pPr>
            <a:r>
              <a:t>• Reduce project delivery times by 10%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Building Tomorrow,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72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At Papenburg Construction, we believe that sustainability, diversity, and profitability are interconnected goals.</a:t>
            </a:r>
          </a:p>
          <a:p/>
          <a:p>
            <a:pPr>
              <a:defRPr sz="2400"/>
            </a:pPr>
            <a:r>
              <a:t>By leading with our values while maintaining operational excellence, we will continue to build not just structures, but a better future for our employees, communities, and the environment.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