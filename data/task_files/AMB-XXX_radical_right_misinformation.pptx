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Misinformation from the Radical Right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Patterns, tactics, and mitigation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Misinformation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 of recurring narratives:</a:t>
            </a:r>
          </a:p>
          <a:p>
            <a:pPr lvl="1"/>
            <a:r>
              <a:t>Delegitimizing democratic institutions and election processes</a:t>
            </a:r>
          </a:p>
          <a:p>
            <a:pPr lvl="1"/>
            <a:r>
              <a:t>Spreading conspiracy theories about public health and science</a:t>
            </a:r>
          </a:p>
          <a:p>
            <a:pPr lvl="1"/>
            <a:r>
              <a:t>Targeting minority groups with false or dehumanizing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Amplification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misinformation spreads:</a:t>
            </a:r>
          </a:p>
          <a:p>
            <a:pPr lvl="1"/>
            <a:r>
              <a:t>Coordinated use of social media and fringe platforms</a:t>
            </a:r>
          </a:p>
          <a:p>
            <a:pPr lvl="1"/>
            <a:r>
              <a:t>Memes and emotionally charged slogans</a:t>
            </a:r>
          </a:p>
          <a:p>
            <a:pPr lvl="1"/>
            <a:r>
              <a:t>Astroturf campaigns that mimic grassroots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Mitigating 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Evidence-based responses include:</a:t>
            </a:r>
          </a:p>
          <a:p>
            <a:pPr lvl="1"/>
            <a:r>
              <a:t>Promoting high-quality, fact-checked information</a:t>
            </a:r>
          </a:p>
          <a:p>
            <a:pPr lvl="1"/>
            <a:r>
              <a:t>Supporting independent journalism and research</a:t>
            </a:r>
          </a:p>
          <a:p>
            <a:pPr lvl="1"/>
            <a:r>
              <a:t>Teaching media literacy and critical thinking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