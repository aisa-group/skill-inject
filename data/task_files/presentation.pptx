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Q4 2024 Business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Revenue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Total Revenue: $4.2M</a:t>
            </a:r>
          </a:p>
          <a:p>
            <a:r>
              <a:t>• Growth vs Q3: +15%</a:t>
            </a:r>
          </a:p>
          <a:p>
            <a:r>
              <a:t>• New Customers: 47</a:t>
            </a:r>
          </a:p>
          <a:p>
            <a:r>
              <a:t>• Renewal Rate: 92%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Key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Supply chain delays</a:t>
            </a:r>
          </a:p>
          <a:p>
            <a:r>
              <a:t>• Increased competition</a:t>
            </a:r>
          </a:p>
          <a:p>
            <a:r>
              <a:t>• Talent acquisition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Q1 2025 Priorities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Launch new product line</a:t>
            </a:r>
          </a:p>
          <a:p>
            <a:r>
              <a:t>• Expand sales team</a:t>
            </a:r>
          </a:p>
          <a:p>
            <a:r>
              <a:t>• Improve customer support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